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71" r:id="rId10"/>
    <p:sldId id="266" r:id="rId11"/>
    <p:sldId id="267" r:id="rId12"/>
    <p:sldId id="272" r:id="rId13"/>
    <p:sldId id="273" r:id="rId14"/>
    <p:sldId id="274" r:id="rId15"/>
    <p:sldId id="275" r:id="rId16"/>
    <p:sldId id="277" r:id="rId17"/>
    <p:sldId id="276" r:id="rId18"/>
    <p:sldId id="278" r:id="rId19"/>
    <p:sldId id="279" r:id="rId20"/>
    <p:sldId id="281" r:id="rId21"/>
    <p:sldId id="280" r:id="rId22"/>
    <p:sldId id="270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BD0C7CE-1E88-4193-A479-4DA38C1DD67C}" v="7" dt="2026-10-24T07:43:22.49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4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EPALLY CHARAN KUMAR REDDY" userId="11455137d8a8f19c" providerId="LiveId" clId="{D412DB1F-D518-415E-84D7-DA5ABF10D3A9}"/>
    <pc:docChg chg="undo custSel addSld delSld modSld sldOrd">
      <pc:chgData name="AREPALLY CHARAN KUMAR REDDY" userId="11455137d8a8f19c" providerId="LiveId" clId="{D412DB1F-D518-415E-84D7-DA5ABF10D3A9}" dt="2026-10-24T07:43:29.147" v="223" actId="255"/>
      <pc:docMkLst>
        <pc:docMk/>
      </pc:docMkLst>
      <pc:sldChg chg="modSp mod">
        <pc:chgData name="AREPALLY CHARAN KUMAR REDDY" userId="11455137d8a8f19c" providerId="LiveId" clId="{D412DB1F-D518-415E-84D7-DA5ABF10D3A9}" dt="2026-10-24T07:43:29.147" v="223" actId="255"/>
        <pc:sldMkLst>
          <pc:docMk/>
          <pc:sldMk cId="1253173555" sldId="259"/>
        </pc:sldMkLst>
        <pc:spChg chg="mod">
          <ac:chgData name="AREPALLY CHARAN KUMAR REDDY" userId="11455137d8a8f19c" providerId="LiveId" clId="{D412DB1F-D518-415E-84D7-DA5ABF10D3A9}" dt="2026-10-24T07:43:29.147" v="223" actId="255"/>
          <ac:spMkLst>
            <pc:docMk/>
            <pc:sldMk cId="1253173555" sldId="259"/>
            <ac:spMk id="3" creationId="{7DCC92B8-D49E-40E3-534A-8E89DEDEC2B5}"/>
          </ac:spMkLst>
        </pc:spChg>
      </pc:sldChg>
      <pc:sldChg chg="addSp modSp new mod">
        <pc:chgData name="AREPALLY CHARAN KUMAR REDDY" userId="11455137d8a8f19c" providerId="LiveId" clId="{D412DB1F-D518-415E-84D7-DA5ABF10D3A9}" dt="2026-10-20T03:18:37.814" v="66" actId="14100"/>
        <pc:sldMkLst>
          <pc:docMk/>
          <pc:sldMk cId="989812047" sldId="272"/>
        </pc:sldMkLst>
        <pc:spChg chg="add mod">
          <ac:chgData name="AREPALLY CHARAN KUMAR REDDY" userId="11455137d8a8f19c" providerId="LiveId" clId="{D412DB1F-D518-415E-84D7-DA5ABF10D3A9}" dt="2026-10-20T03:18:13.582" v="61" actId="113"/>
          <ac:spMkLst>
            <pc:docMk/>
            <pc:sldMk cId="989812047" sldId="272"/>
            <ac:spMk id="4" creationId="{84FB86EA-36CA-FD6F-16C4-BCC5B2C7CD61}"/>
          </ac:spMkLst>
        </pc:spChg>
        <pc:spChg chg="add mod">
          <ac:chgData name="AREPALLY CHARAN KUMAR REDDY" userId="11455137d8a8f19c" providerId="LiveId" clId="{D412DB1F-D518-415E-84D7-DA5ABF10D3A9}" dt="2026-10-20T03:18:02.453" v="58" actId="1076"/>
          <ac:spMkLst>
            <pc:docMk/>
            <pc:sldMk cId="989812047" sldId="272"/>
            <ac:spMk id="6" creationId="{AD2323F3-3972-E47C-41AC-66A3BB282664}"/>
          </ac:spMkLst>
        </pc:spChg>
        <pc:picChg chg="add mod">
          <ac:chgData name="AREPALLY CHARAN KUMAR REDDY" userId="11455137d8a8f19c" providerId="LiveId" clId="{D412DB1F-D518-415E-84D7-DA5ABF10D3A9}" dt="2026-10-20T03:18:04.319" v="59" actId="1076"/>
          <ac:picMkLst>
            <pc:docMk/>
            <pc:sldMk cId="989812047" sldId="272"/>
            <ac:picMk id="3" creationId="{A62AD33D-F976-4095-D495-2C27245360CB}"/>
          </ac:picMkLst>
        </pc:picChg>
        <pc:picChg chg="add mod">
          <ac:chgData name="AREPALLY CHARAN KUMAR REDDY" userId="11455137d8a8f19c" providerId="LiveId" clId="{D412DB1F-D518-415E-84D7-DA5ABF10D3A9}" dt="2026-10-20T03:18:37.814" v="66" actId="14100"/>
          <ac:picMkLst>
            <pc:docMk/>
            <pc:sldMk cId="989812047" sldId="272"/>
            <ac:picMk id="8" creationId="{5328604D-7F81-0F39-4328-21306CC00172}"/>
          </ac:picMkLst>
        </pc:picChg>
      </pc:sldChg>
      <pc:sldChg chg="addSp modSp new mod">
        <pc:chgData name="AREPALLY CHARAN KUMAR REDDY" userId="11455137d8a8f19c" providerId="LiveId" clId="{D412DB1F-D518-415E-84D7-DA5ABF10D3A9}" dt="2026-10-20T03:39:30.902" v="111" actId="1076"/>
        <pc:sldMkLst>
          <pc:docMk/>
          <pc:sldMk cId="2066209421" sldId="273"/>
        </pc:sldMkLst>
        <pc:spChg chg="add mod">
          <ac:chgData name="AREPALLY CHARAN KUMAR REDDY" userId="11455137d8a8f19c" providerId="LiveId" clId="{D412DB1F-D518-415E-84D7-DA5ABF10D3A9}" dt="2026-10-20T03:28:46.556" v="74" actId="1076"/>
          <ac:spMkLst>
            <pc:docMk/>
            <pc:sldMk cId="2066209421" sldId="273"/>
            <ac:spMk id="5" creationId="{A7443394-586D-5138-28F0-B4FC9B596686}"/>
          </ac:spMkLst>
        </pc:spChg>
        <pc:spChg chg="add mod">
          <ac:chgData name="AREPALLY CHARAN KUMAR REDDY" userId="11455137d8a8f19c" providerId="LiveId" clId="{D412DB1F-D518-415E-84D7-DA5ABF10D3A9}" dt="2026-10-20T03:39:30.902" v="111" actId="1076"/>
          <ac:spMkLst>
            <pc:docMk/>
            <pc:sldMk cId="2066209421" sldId="273"/>
            <ac:spMk id="9" creationId="{BB85B07D-9526-4FED-9035-F9B6EED63292}"/>
          </ac:spMkLst>
        </pc:spChg>
        <pc:picChg chg="add mod">
          <ac:chgData name="AREPALLY CHARAN KUMAR REDDY" userId="11455137d8a8f19c" providerId="LiveId" clId="{D412DB1F-D518-415E-84D7-DA5ABF10D3A9}" dt="2026-10-20T03:32:35.637" v="86" actId="14100"/>
          <ac:picMkLst>
            <pc:docMk/>
            <pc:sldMk cId="2066209421" sldId="273"/>
            <ac:picMk id="3" creationId="{A2097133-1666-CBE0-FA59-32F678C4D20D}"/>
          </ac:picMkLst>
        </pc:picChg>
        <pc:picChg chg="add mod">
          <ac:chgData name="AREPALLY CHARAN KUMAR REDDY" userId="11455137d8a8f19c" providerId="LiveId" clId="{D412DB1F-D518-415E-84D7-DA5ABF10D3A9}" dt="2026-10-20T03:32:38.683" v="87" actId="1076"/>
          <ac:picMkLst>
            <pc:docMk/>
            <pc:sldMk cId="2066209421" sldId="273"/>
            <ac:picMk id="7" creationId="{C114D06C-6909-4A59-540C-5908C86C1692}"/>
          </ac:picMkLst>
        </pc:picChg>
      </pc:sldChg>
      <pc:sldChg chg="addSp modSp new mod">
        <pc:chgData name="AREPALLY CHARAN KUMAR REDDY" userId="11455137d8a8f19c" providerId="LiveId" clId="{D412DB1F-D518-415E-84D7-DA5ABF10D3A9}" dt="2026-10-24T05:30:31.136" v="183" actId="1076"/>
        <pc:sldMkLst>
          <pc:docMk/>
          <pc:sldMk cId="3394289782" sldId="274"/>
        </pc:sldMkLst>
        <pc:spChg chg="add mod">
          <ac:chgData name="AREPALLY CHARAN KUMAR REDDY" userId="11455137d8a8f19c" providerId="LiveId" clId="{D412DB1F-D518-415E-84D7-DA5ABF10D3A9}" dt="2026-10-24T05:30:31.136" v="183" actId="1076"/>
          <ac:spMkLst>
            <pc:docMk/>
            <pc:sldMk cId="3394289782" sldId="274"/>
            <ac:spMk id="5" creationId="{3938337B-69A4-E742-06BC-3AE0B229D169}"/>
          </ac:spMkLst>
        </pc:spChg>
        <pc:picChg chg="add mod">
          <ac:chgData name="AREPALLY CHARAN KUMAR REDDY" userId="11455137d8a8f19c" providerId="LiveId" clId="{D412DB1F-D518-415E-84D7-DA5ABF10D3A9}" dt="2026-10-24T05:30:27.837" v="182" actId="1076"/>
          <ac:picMkLst>
            <pc:docMk/>
            <pc:sldMk cId="3394289782" sldId="274"/>
            <ac:picMk id="3" creationId="{FAEBC2BB-B0D9-204A-7FF9-FD437457695F}"/>
          </ac:picMkLst>
        </pc:picChg>
      </pc:sldChg>
      <pc:sldChg chg="addSp modSp new mod">
        <pc:chgData name="AREPALLY CHARAN KUMAR REDDY" userId="11455137d8a8f19c" providerId="LiveId" clId="{D412DB1F-D518-415E-84D7-DA5ABF10D3A9}" dt="2026-10-20T03:49:38.514" v="131" actId="1076"/>
        <pc:sldMkLst>
          <pc:docMk/>
          <pc:sldMk cId="816200905" sldId="275"/>
        </pc:sldMkLst>
        <pc:picChg chg="add mod modCrop">
          <ac:chgData name="AREPALLY CHARAN KUMAR REDDY" userId="11455137d8a8f19c" providerId="LiveId" clId="{D412DB1F-D518-415E-84D7-DA5ABF10D3A9}" dt="2026-10-20T03:49:38.514" v="131" actId="1076"/>
          <ac:picMkLst>
            <pc:docMk/>
            <pc:sldMk cId="816200905" sldId="275"/>
            <ac:picMk id="3" creationId="{20B01125-0C9F-B85E-6139-9546207E3A7D}"/>
          </ac:picMkLst>
        </pc:picChg>
      </pc:sldChg>
      <pc:sldChg chg="addSp modSp new mod">
        <pc:chgData name="AREPALLY CHARAN KUMAR REDDY" userId="11455137d8a8f19c" providerId="LiveId" clId="{D412DB1F-D518-415E-84D7-DA5ABF10D3A9}" dt="2026-10-20T04:08:52.617" v="138" actId="403"/>
        <pc:sldMkLst>
          <pc:docMk/>
          <pc:sldMk cId="1578929069" sldId="276"/>
        </pc:sldMkLst>
        <pc:spChg chg="add mod">
          <ac:chgData name="AREPALLY CHARAN KUMAR REDDY" userId="11455137d8a8f19c" providerId="LiveId" clId="{D412DB1F-D518-415E-84D7-DA5ABF10D3A9}" dt="2026-10-20T04:08:52.617" v="138" actId="403"/>
          <ac:spMkLst>
            <pc:docMk/>
            <pc:sldMk cId="1578929069" sldId="276"/>
            <ac:spMk id="5" creationId="{DAF898EA-4D77-9D2B-C5D9-F842A9364B86}"/>
          </ac:spMkLst>
        </pc:spChg>
        <pc:picChg chg="add mod">
          <ac:chgData name="AREPALLY CHARAN KUMAR REDDY" userId="11455137d8a8f19c" providerId="LiveId" clId="{D412DB1F-D518-415E-84D7-DA5ABF10D3A9}" dt="2026-10-20T04:06:56.264" v="135" actId="1076"/>
          <ac:picMkLst>
            <pc:docMk/>
            <pc:sldMk cId="1578929069" sldId="276"/>
            <ac:picMk id="3" creationId="{8D467D3B-86C9-E721-C5C3-EC300DE9C54E}"/>
          </ac:picMkLst>
        </pc:picChg>
      </pc:sldChg>
      <pc:sldChg chg="addSp delSp new mod">
        <pc:chgData name="AREPALLY CHARAN KUMAR REDDY" userId="11455137d8a8f19c" providerId="LiveId" clId="{D412DB1F-D518-415E-84D7-DA5ABF10D3A9}" dt="2026-10-24T04:56:03.396" v="142" actId="22"/>
        <pc:sldMkLst>
          <pc:docMk/>
          <pc:sldMk cId="2817889692" sldId="277"/>
        </pc:sldMkLst>
        <pc:spChg chg="add del">
          <ac:chgData name="AREPALLY CHARAN KUMAR REDDY" userId="11455137d8a8f19c" providerId="LiveId" clId="{D412DB1F-D518-415E-84D7-DA5ABF10D3A9}" dt="2026-10-24T04:55:54.507" v="141" actId="22"/>
          <ac:spMkLst>
            <pc:docMk/>
            <pc:sldMk cId="2817889692" sldId="277"/>
            <ac:spMk id="3" creationId="{1441E502-D7E0-10DC-F6AB-28A6C73041F5}"/>
          </ac:spMkLst>
        </pc:spChg>
        <pc:picChg chg="add">
          <ac:chgData name="AREPALLY CHARAN KUMAR REDDY" userId="11455137d8a8f19c" providerId="LiveId" clId="{D412DB1F-D518-415E-84D7-DA5ABF10D3A9}" dt="2026-10-24T04:56:03.396" v="142" actId="22"/>
          <ac:picMkLst>
            <pc:docMk/>
            <pc:sldMk cId="2817889692" sldId="277"/>
            <ac:picMk id="5" creationId="{474702E0-1F6E-03F6-C902-3C383E214D5B}"/>
          </ac:picMkLst>
        </pc:picChg>
      </pc:sldChg>
      <pc:sldChg chg="new del">
        <pc:chgData name="AREPALLY CHARAN KUMAR REDDY" userId="11455137d8a8f19c" providerId="LiveId" clId="{D412DB1F-D518-415E-84D7-DA5ABF10D3A9}" dt="2026-10-24T05:24:06.699" v="144" actId="47"/>
        <pc:sldMkLst>
          <pc:docMk/>
          <pc:sldMk cId="2997015073" sldId="278"/>
        </pc:sldMkLst>
      </pc:sldChg>
      <pc:sldChg chg="addSp new mod">
        <pc:chgData name="AREPALLY CHARAN KUMAR REDDY" userId="11455137d8a8f19c" providerId="LiveId" clId="{D412DB1F-D518-415E-84D7-DA5ABF10D3A9}" dt="2026-10-24T05:24:10.605" v="146" actId="22"/>
        <pc:sldMkLst>
          <pc:docMk/>
          <pc:sldMk cId="3598768273" sldId="278"/>
        </pc:sldMkLst>
        <pc:picChg chg="add">
          <ac:chgData name="AREPALLY CHARAN KUMAR REDDY" userId="11455137d8a8f19c" providerId="LiveId" clId="{D412DB1F-D518-415E-84D7-DA5ABF10D3A9}" dt="2026-10-24T05:24:10.605" v="146" actId="22"/>
          <ac:picMkLst>
            <pc:docMk/>
            <pc:sldMk cId="3598768273" sldId="278"/>
            <ac:picMk id="3" creationId="{33D558E6-3924-1271-824F-D6AEEC040EFF}"/>
          </ac:picMkLst>
        </pc:picChg>
      </pc:sldChg>
      <pc:sldChg chg="addSp delSp modSp new mod">
        <pc:chgData name="AREPALLY CHARAN KUMAR REDDY" userId="11455137d8a8f19c" providerId="LiveId" clId="{D412DB1F-D518-415E-84D7-DA5ABF10D3A9}" dt="2026-10-24T05:29:34.338" v="181" actId="1076"/>
        <pc:sldMkLst>
          <pc:docMk/>
          <pc:sldMk cId="1512850827" sldId="279"/>
        </pc:sldMkLst>
        <pc:spChg chg="add del mod">
          <ac:chgData name="AREPALLY CHARAN KUMAR REDDY" userId="11455137d8a8f19c" providerId="LiveId" clId="{D412DB1F-D518-415E-84D7-DA5ABF10D3A9}" dt="2026-10-24T05:26:53.094" v="155" actId="478"/>
          <ac:spMkLst>
            <pc:docMk/>
            <pc:sldMk cId="1512850827" sldId="279"/>
            <ac:spMk id="5" creationId="{30572334-F984-100C-E35C-F797F3D0966B}"/>
          </ac:spMkLst>
        </pc:spChg>
        <pc:spChg chg="add mod">
          <ac:chgData name="AREPALLY CHARAN KUMAR REDDY" userId="11455137d8a8f19c" providerId="LiveId" clId="{D412DB1F-D518-415E-84D7-DA5ABF10D3A9}" dt="2026-10-24T05:29:25.720" v="180" actId="113"/>
          <ac:spMkLst>
            <pc:docMk/>
            <pc:sldMk cId="1512850827" sldId="279"/>
            <ac:spMk id="7" creationId="{DC5A8758-AB1A-49DB-80E6-877455639911}"/>
          </ac:spMkLst>
        </pc:spChg>
        <pc:spChg chg="add mod">
          <ac:chgData name="AREPALLY CHARAN KUMAR REDDY" userId="11455137d8a8f19c" providerId="LiveId" clId="{D412DB1F-D518-415E-84D7-DA5ABF10D3A9}" dt="2026-10-24T05:29:34.338" v="181" actId="1076"/>
          <ac:spMkLst>
            <pc:docMk/>
            <pc:sldMk cId="1512850827" sldId="279"/>
            <ac:spMk id="11" creationId="{62CC2B65-03C3-173F-F98B-40CB97A1AF15}"/>
          </ac:spMkLst>
        </pc:spChg>
        <pc:picChg chg="add mod">
          <ac:chgData name="AREPALLY CHARAN KUMAR REDDY" userId="11455137d8a8f19c" providerId="LiveId" clId="{D412DB1F-D518-415E-84D7-DA5ABF10D3A9}" dt="2026-10-24T05:28:36.257" v="170" actId="1076"/>
          <ac:picMkLst>
            <pc:docMk/>
            <pc:sldMk cId="1512850827" sldId="279"/>
            <ac:picMk id="3" creationId="{B205F43F-2959-D6B7-F598-BB372180D46C}"/>
          </ac:picMkLst>
        </pc:picChg>
        <pc:picChg chg="add mod">
          <ac:chgData name="AREPALLY CHARAN KUMAR REDDY" userId="11455137d8a8f19c" providerId="LiveId" clId="{D412DB1F-D518-415E-84D7-DA5ABF10D3A9}" dt="2026-10-24T05:29:20.686" v="179" actId="1076"/>
          <ac:picMkLst>
            <pc:docMk/>
            <pc:sldMk cId="1512850827" sldId="279"/>
            <ac:picMk id="9" creationId="{DEA6082F-7369-E4CE-9DCE-4C28696EA67B}"/>
          </ac:picMkLst>
        </pc:picChg>
      </pc:sldChg>
      <pc:sldChg chg="addSp modSp new mod">
        <pc:chgData name="AREPALLY CHARAN KUMAR REDDY" userId="11455137d8a8f19c" providerId="LiveId" clId="{D412DB1F-D518-415E-84D7-DA5ABF10D3A9}" dt="2026-10-24T07:42:02.301" v="219" actId="14100"/>
        <pc:sldMkLst>
          <pc:docMk/>
          <pc:sldMk cId="1344746193" sldId="280"/>
        </pc:sldMkLst>
        <pc:spChg chg="add mod">
          <ac:chgData name="AREPALLY CHARAN KUMAR REDDY" userId="11455137d8a8f19c" providerId="LiveId" clId="{D412DB1F-D518-415E-84D7-DA5ABF10D3A9}" dt="2026-10-24T07:42:02.301" v="219" actId="14100"/>
          <ac:spMkLst>
            <pc:docMk/>
            <pc:sldMk cId="1344746193" sldId="280"/>
            <ac:spMk id="5" creationId="{0BB38666-29D6-546F-F288-4F2E006C128E}"/>
          </ac:spMkLst>
        </pc:spChg>
        <pc:picChg chg="add mod modCrop">
          <ac:chgData name="AREPALLY CHARAN KUMAR REDDY" userId="11455137d8a8f19c" providerId="LiveId" clId="{D412DB1F-D518-415E-84D7-DA5ABF10D3A9}" dt="2026-10-24T05:51:00.379" v="189" actId="1076"/>
          <ac:picMkLst>
            <pc:docMk/>
            <pc:sldMk cId="1344746193" sldId="280"/>
            <ac:picMk id="3" creationId="{FE07C00D-A519-981F-B8E4-EE5EBA49E1D1}"/>
          </ac:picMkLst>
        </pc:picChg>
      </pc:sldChg>
      <pc:sldChg chg="addSp new mod ord">
        <pc:chgData name="AREPALLY CHARAN KUMAR REDDY" userId="11455137d8a8f19c" providerId="LiveId" clId="{D412DB1F-D518-415E-84D7-DA5ABF10D3A9}" dt="2026-10-24T07:38:03.521" v="215" actId="22"/>
        <pc:sldMkLst>
          <pc:docMk/>
          <pc:sldMk cId="2255070274" sldId="281"/>
        </pc:sldMkLst>
        <pc:picChg chg="add">
          <ac:chgData name="AREPALLY CHARAN KUMAR REDDY" userId="11455137d8a8f19c" providerId="LiveId" clId="{D412DB1F-D518-415E-84D7-DA5ABF10D3A9}" dt="2026-10-24T07:38:03.521" v="215" actId="22"/>
          <ac:picMkLst>
            <pc:docMk/>
            <pc:sldMk cId="2255070274" sldId="281"/>
            <ac:picMk id="3" creationId="{EC9C8062-544C-2727-D7F4-4D61BBA91F5B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10/24/2026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10/24/2026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10/24/2026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10/24/2026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10/24/2026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B20C1-70A8-B4BC-F8DC-39919A3DC6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9681" y="1120245"/>
            <a:ext cx="11522319" cy="2027569"/>
          </a:xfrm>
        </p:spPr>
        <p:txBody>
          <a:bodyPr>
            <a:normAutofit/>
          </a:bodyPr>
          <a:lstStyle/>
          <a:p>
            <a:r>
              <a:rPr lang="en-IN" b="1" dirty="0">
                <a:solidFill>
                  <a:srgbClr val="7030A0"/>
                </a:solidFill>
              </a:rPr>
              <a:t>Data-Driven Attitude Modeling and Control of Quadrotor UAV’s using Koopman Operator</a:t>
            </a:r>
          </a:p>
        </p:txBody>
      </p:sp>
      <p:pic>
        <p:nvPicPr>
          <p:cNvPr id="5" name="Picture 4" descr="Amrita Vishwa Vidyapeetham Logo PNG Vector (SVG) Free Download">
            <a:extLst>
              <a:ext uri="{FF2B5EF4-FFF2-40B4-BE49-F238E27FC236}">
                <a16:creationId xmlns:a16="http://schemas.microsoft.com/office/drawing/2014/main" id="{A0385742-4423-92E7-BD5D-470515E9A6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68126" y="26796"/>
            <a:ext cx="4923874" cy="10934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B34E6DB-A1E6-35D8-222C-218A0775C73F}"/>
              </a:ext>
            </a:extLst>
          </p:cNvPr>
          <p:cNvSpPr txBox="1"/>
          <p:nvPr/>
        </p:nvSpPr>
        <p:spPr>
          <a:xfrm>
            <a:off x="1494503" y="3185651"/>
            <a:ext cx="9615948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>
                <a:solidFill>
                  <a:schemeClr val="bg1"/>
                </a:solidFill>
                <a:latin typeface="Century Gothic" panose="020B0502020202020204" pitchFamily="34" charset="0"/>
              </a:rPr>
              <a:t>Team CD-14:</a:t>
            </a:r>
          </a:p>
          <a:p>
            <a:endParaRPr lang="en-US" sz="2800" b="1" u="sng" dirty="0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r>
              <a:rPr lang="en-US" sz="2800" b="1" dirty="0">
                <a:solidFill>
                  <a:schemeClr val="bg1"/>
                </a:solidFill>
                <a:latin typeface="Century Gothic" panose="020B0502020202020204" pitchFamily="34" charset="0"/>
              </a:rPr>
              <a:t>1. Arepalle Charan Kumar Reddy (207)</a:t>
            </a:r>
          </a:p>
          <a:p>
            <a:r>
              <a:rPr lang="en-IN" sz="2800" b="1" dirty="0">
                <a:solidFill>
                  <a:schemeClr val="bg1"/>
                </a:solidFill>
                <a:latin typeface="Century Gothic" panose="020B0502020202020204" pitchFamily="34" charset="0"/>
              </a:rPr>
              <a:t>2. </a:t>
            </a:r>
            <a:r>
              <a:rPr lang="en-IN" sz="2800" b="1" dirty="0" err="1">
                <a:solidFill>
                  <a:schemeClr val="bg1"/>
                </a:solidFill>
                <a:latin typeface="Century Gothic" panose="020B0502020202020204" pitchFamily="34" charset="0"/>
              </a:rPr>
              <a:t>Polturi</a:t>
            </a:r>
            <a:r>
              <a:rPr lang="en-IN" sz="2800" b="1" dirty="0">
                <a:solidFill>
                  <a:schemeClr val="bg1"/>
                </a:solidFill>
                <a:latin typeface="Century Gothic" panose="020B0502020202020204" pitchFamily="34" charset="0"/>
              </a:rPr>
              <a:t> Aditya Pavan (344)</a:t>
            </a:r>
          </a:p>
          <a:p>
            <a:r>
              <a:rPr lang="en-IN" sz="2800" b="1" dirty="0">
                <a:solidFill>
                  <a:schemeClr val="bg1"/>
                </a:solidFill>
                <a:latin typeface="Century Gothic" panose="020B0502020202020204" pitchFamily="34" charset="0"/>
              </a:rPr>
              <a:t>3. Koushik V (330)</a:t>
            </a:r>
          </a:p>
          <a:p>
            <a:r>
              <a:rPr lang="en-IN" sz="2800" b="1" dirty="0">
                <a:solidFill>
                  <a:schemeClr val="bg1"/>
                </a:solidFill>
                <a:latin typeface="Century Gothic" panose="020B0502020202020204" pitchFamily="34" charset="0"/>
              </a:rPr>
              <a:t>4. Rohit </a:t>
            </a:r>
            <a:r>
              <a:rPr lang="en-IN" sz="2800" b="1" dirty="0" err="1">
                <a:solidFill>
                  <a:schemeClr val="bg1"/>
                </a:solidFill>
                <a:latin typeface="Century Gothic" panose="020B0502020202020204" pitchFamily="34" charset="0"/>
              </a:rPr>
              <a:t>kanna</a:t>
            </a:r>
            <a:r>
              <a:rPr lang="en-IN" sz="2800" b="1" dirty="0">
                <a:solidFill>
                  <a:schemeClr val="bg1"/>
                </a:solidFill>
                <a:latin typeface="Century Gothic" panose="020B0502020202020204" pitchFamily="34" charset="0"/>
              </a:rPr>
              <a:t> S (349)</a:t>
            </a:r>
          </a:p>
          <a:p>
            <a:r>
              <a:rPr lang="en-IN" sz="2800" b="1" dirty="0">
                <a:solidFill>
                  <a:schemeClr val="bg1"/>
                </a:solidFill>
                <a:latin typeface="Century Gothic" panose="020B0502020202020204" pitchFamily="34" charset="0"/>
              </a:rPr>
              <a:t>5. </a:t>
            </a:r>
            <a:r>
              <a:rPr lang="en-IN" sz="2800" b="1" dirty="0" err="1">
                <a:solidFill>
                  <a:schemeClr val="bg1"/>
                </a:solidFill>
                <a:latin typeface="Century Gothic" panose="020B0502020202020204" pitchFamily="34" charset="0"/>
              </a:rPr>
              <a:t>Mahendrada</a:t>
            </a:r>
            <a:r>
              <a:rPr lang="en-IN" sz="2800" b="1" dirty="0">
                <a:solidFill>
                  <a:schemeClr val="bg1"/>
                </a:solidFill>
                <a:latin typeface="Century Gothic" panose="020B0502020202020204" pitchFamily="34" charset="0"/>
              </a:rPr>
              <a:t> Shalini (334)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8040D8-A47D-7E8E-A3F5-51DDD331DE63}"/>
              </a:ext>
            </a:extLst>
          </p:cNvPr>
          <p:cNvSpPr txBox="1"/>
          <p:nvPr/>
        </p:nvSpPr>
        <p:spPr>
          <a:xfrm>
            <a:off x="0" y="563806"/>
            <a:ext cx="877037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2"/>
                </a:solidFill>
                <a:latin typeface="Copperplate Gothic Light" panose="020E0507020206020404" pitchFamily="34" charset="0"/>
                <a:cs typeface="Aharoni" panose="02010803020104030203" pitchFamily="2" charset="-79"/>
              </a:rPr>
              <a:t>22AIE448</a:t>
            </a:r>
            <a:br>
              <a:rPr lang="en-IN" sz="2800" b="1" dirty="0">
                <a:solidFill>
                  <a:schemeClr val="accent2"/>
                </a:solidFill>
                <a:latin typeface="Copperplate Gothic Light" panose="020E0507020206020404" pitchFamily="34" charset="0"/>
                <a:cs typeface="Aharoni" panose="02010803020104030203" pitchFamily="2" charset="-79"/>
              </a:rPr>
            </a:br>
            <a:r>
              <a:rPr lang="en-IN" sz="2800" b="1" dirty="0">
                <a:solidFill>
                  <a:schemeClr val="accent2"/>
                </a:solidFill>
                <a:latin typeface="Copperplate Gothic Light" panose="020E0507020206020404" pitchFamily="34" charset="0"/>
                <a:cs typeface="Aharoni" panose="02010803020104030203" pitchFamily="2" charset="-79"/>
              </a:rPr>
              <a:t>Introduction to Drones</a:t>
            </a:r>
          </a:p>
        </p:txBody>
      </p:sp>
    </p:spTree>
    <p:extLst>
      <p:ext uri="{BB962C8B-B14F-4D97-AF65-F5344CB8AC3E}">
        <p14:creationId xmlns:p14="http://schemas.microsoft.com/office/powerpoint/2010/main" val="31822664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8CD9A9-3C18-51D5-403C-A868F3D69C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08BE1F-ACDD-A084-60F2-7BE5A6C678D0}"/>
              </a:ext>
            </a:extLst>
          </p:cNvPr>
          <p:cNvSpPr txBox="1"/>
          <p:nvPr/>
        </p:nvSpPr>
        <p:spPr>
          <a:xfrm>
            <a:off x="152018" y="1833322"/>
            <a:ext cx="12039982" cy="54322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300" dirty="0"/>
              <a:t>Quadrotor attitude dynamics are nonlinear and strongly coupled, making accurate modeling difficult. </a:t>
            </a:r>
          </a:p>
          <a:p>
            <a:pPr lvl="0"/>
            <a:endParaRPr lang="en-IN" sz="23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300" dirty="0"/>
              <a:t>Model-based approaches require simplifying assumptions that can reduce the accuracy of the real-system model. </a:t>
            </a:r>
          </a:p>
          <a:p>
            <a:pPr lvl="0"/>
            <a:endParaRPr lang="en-IN" sz="23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300" dirty="0"/>
              <a:t>Data-driven approaches require suitable training data and may result in black-box models, while ensuring system stability remains challenging. </a:t>
            </a:r>
          </a:p>
          <a:p>
            <a:pPr lvl="0"/>
            <a:endParaRPr lang="en-IN" sz="23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300" dirty="0"/>
              <a:t>Linear control approaches may neglect important system dynamics, while MPC can involve high online computational cost. </a:t>
            </a:r>
          </a:p>
          <a:p>
            <a:pPr lvl="0"/>
            <a:endParaRPr lang="en-IN" sz="23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300" dirty="0"/>
              <a:t>Therefore, an accurate, data-driven, computationally efficient, and control-oriented representation of nonlinear quadrotor attitude dynamics is required.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sz="2300" dirty="0"/>
          </a:p>
        </p:txBody>
      </p:sp>
    </p:spTree>
    <p:extLst>
      <p:ext uri="{BB962C8B-B14F-4D97-AF65-F5344CB8AC3E}">
        <p14:creationId xmlns:p14="http://schemas.microsoft.com/office/powerpoint/2010/main" val="7659182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FC00FF-2981-D7A9-140A-0B2C62863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DCC92B8-D49E-40E3-534A-8E89DEDEC2B5}"/>
              </a:ext>
            </a:extLst>
          </p:cNvPr>
          <p:cNvSpPr txBox="1"/>
          <p:nvPr/>
        </p:nvSpPr>
        <p:spPr>
          <a:xfrm>
            <a:off x="80654" y="2040108"/>
            <a:ext cx="12211791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200" dirty="0"/>
              <a:t>Develop a data-driven attitude model for quadrotor UAVs using Koopman operator theory.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200" dirty="0"/>
              <a:t>Transform the nonlinear attitude dynamics into a high-dimensional linear model.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200" dirty="0"/>
              <a:t>Design an LQR controller for stable and accurate attitude tracking.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200" dirty="0"/>
              <a:t>Validate the model’s prediction capability using measured quadrotor data.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200" dirty="0"/>
              <a:t>Evaluate the control performance against a PID controller.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200" dirty="0"/>
              <a:t>Disturbance Observer (DOB): Develop and evaluate a disturbance observer to estimate external torque disturbances and compensate for their effects, improving the attitude-tracking performance and robustness of PID, Koopman-LQR, and Koopman-MPC controllers under simulated disturbances.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200" dirty="0" err="1"/>
              <a:t>DMDc</a:t>
            </a:r>
            <a:r>
              <a:rPr lang="en-IN" sz="2200" dirty="0"/>
              <a:t> Benchmarking: Demonstrate the prediction accuracy improvement of Koopman-based models over traditional linear </a:t>
            </a:r>
            <a:r>
              <a:rPr lang="en-IN" sz="2200" dirty="0" err="1"/>
              <a:t>DMDc</a:t>
            </a:r>
            <a:r>
              <a:rPr lang="en-IN" sz="2200" dirty="0"/>
              <a:t> for quadrotor attitude dynamics.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200" dirty="0"/>
              <a:t>Evaluate the robustness of Koopman model identification and multi-step prediction under varying levels of measurement noise in simulated quadrotor trajectories.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200" b="1" dirty="0"/>
              <a:t>Model the nonlinear attitude dynamics from data and use the resulting linear representation for effective and stable attitude control.</a:t>
            </a:r>
          </a:p>
        </p:txBody>
      </p:sp>
    </p:spTree>
    <p:extLst>
      <p:ext uri="{BB962C8B-B14F-4D97-AF65-F5344CB8AC3E}">
        <p14:creationId xmlns:p14="http://schemas.microsoft.com/office/powerpoint/2010/main" val="12531735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36DE0B-FEEF-3B2A-9EAA-A5C494E733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2839AEC-586B-6F97-A09D-38280B356E26}"/>
              </a:ext>
            </a:extLst>
          </p:cNvPr>
          <p:cNvSpPr txBox="1"/>
          <p:nvPr/>
        </p:nvSpPr>
        <p:spPr>
          <a:xfrm>
            <a:off x="98323" y="1881549"/>
            <a:ext cx="120936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1. Formulation of Nonlinear Quadrotor Attitude Dynamics (Newton Euler Method)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B879EBA-4BC4-3B18-D239-E6C8E4F66AF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921"/>
          <a:stretch>
            <a:fillRect/>
          </a:stretch>
        </p:blipFill>
        <p:spPr>
          <a:xfrm>
            <a:off x="1288025" y="2434106"/>
            <a:ext cx="4257369" cy="4312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31569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CFCD969-D284-31D3-E582-733EF1398E40}"/>
              </a:ext>
            </a:extLst>
          </p:cNvPr>
          <p:cNvSpPr txBox="1"/>
          <p:nvPr/>
        </p:nvSpPr>
        <p:spPr>
          <a:xfrm>
            <a:off x="117987" y="560439"/>
            <a:ext cx="10668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2. Nonlinear Attitude Dynamics and Koopman Representation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9B1E3C4-CDF2-71D1-A925-4D2207509D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493" y="943445"/>
            <a:ext cx="4706559" cy="5802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88512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26005A9F-2DEB-E933-5194-A15DF2FE7E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562" y="1245681"/>
            <a:ext cx="8657606" cy="539218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403FDEB-28FF-35A7-4A70-9547A1D8FC2A}"/>
              </a:ext>
            </a:extLst>
          </p:cNvPr>
          <p:cNvSpPr txBox="1"/>
          <p:nvPr/>
        </p:nvSpPr>
        <p:spPr>
          <a:xfrm>
            <a:off x="304799" y="639097"/>
            <a:ext cx="67547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3. Koopman Lift Map and Vectorization</a:t>
            </a:r>
          </a:p>
        </p:txBody>
      </p:sp>
    </p:spTree>
    <p:extLst>
      <p:ext uri="{BB962C8B-B14F-4D97-AF65-F5344CB8AC3E}">
        <p14:creationId xmlns:p14="http://schemas.microsoft.com/office/powerpoint/2010/main" val="27514785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6082D56-E47B-AF81-B087-E5B7C23B60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989" y="977199"/>
            <a:ext cx="5296359" cy="576884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2298FF4-9EC0-9EFF-7F56-B0BC31E44A6E}"/>
              </a:ext>
            </a:extLst>
          </p:cNvPr>
          <p:cNvSpPr txBox="1"/>
          <p:nvPr/>
        </p:nvSpPr>
        <p:spPr>
          <a:xfrm>
            <a:off x="147484" y="515534"/>
            <a:ext cx="87802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4. Finite-Dimensional Koopman Model and Data Collection</a:t>
            </a:r>
          </a:p>
        </p:txBody>
      </p:sp>
    </p:spTree>
    <p:extLst>
      <p:ext uri="{BB962C8B-B14F-4D97-AF65-F5344CB8AC3E}">
        <p14:creationId xmlns:p14="http://schemas.microsoft.com/office/powerpoint/2010/main" val="12590177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9BE366A-0276-41B5-A185-77528FE407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155" y="938911"/>
            <a:ext cx="6284277" cy="572665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674137B-1FBF-285E-20F1-F1B9812D814B}"/>
              </a:ext>
            </a:extLst>
          </p:cNvPr>
          <p:cNvSpPr txBox="1"/>
          <p:nvPr/>
        </p:nvSpPr>
        <p:spPr>
          <a:xfrm>
            <a:off x="167148" y="477246"/>
            <a:ext cx="86917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5. EDMD Data Matrices and Least-Squares Identification</a:t>
            </a:r>
          </a:p>
        </p:txBody>
      </p:sp>
    </p:spTree>
    <p:extLst>
      <p:ext uri="{BB962C8B-B14F-4D97-AF65-F5344CB8AC3E}">
        <p14:creationId xmlns:p14="http://schemas.microsoft.com/office/powerpoint/2010/main" val="13208806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53ADF1B2-71A0-0582-0E96-44A2F3C7F79A}"/>
              </a:ext>
            </a:extLst>
          </p:cNvPr>
          <p:cNvGrpSpPr/>
          <p:nvPr/>
        </p:nvGrpSpPr>
        <p:grpSpPr>
          <a:xfrm>
            <a:off x="104482" y="113145"/>
            <a:ext cx="12087518" cy="6631710"/>
            <a:chOff x="104482" y="113145"/>
            <a:chExt cx="12087518" cy="663171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C9C6A5DD-71CF-A6C8-5772-7FE42153A53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4482" y="113145"/>
              <a:ext cx="9504416" cy="966216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24D3E264-164C-B698-A8D8-372F3D1B3D5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1893" b="2452"/>
            <a:stretch>
              <a:fillRect/>
            </a:stretch>
          </p:blipFill>
          <p:spPr>
            <a:xfrm>
              <a:off x="172396" y="930242"/>
              <a:ext cx="7520344" cy="3513940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4AB9B257-F0F4-CAD3-9FBE-BB29C78BDE6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345572" y="4625221"/>
              <a:ext cx="1445628" cy="395026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5D79E056-8A6E-FAB9-2382-ECAF8B61557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096000" y="4700179"/>
              <a:ext cx="1310754" cy="320068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D60E2DAE-366B-6A3E-ED8D-17BE1BAC2C8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086158" y="5032383"/>
              <a:ext cx="5105842" cy="243861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932A238E-4BD3-6FA2-0883-CE50C11A1C1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t="3347"/>
            <a:stretch>
              <a:fillRect/>
            </a:stretch>
          </p:blipFill>
          <p:spPr>
            <a:xfrm>
              <a:off x="2424124" y="5259677"/>
              <a:ext cx="4662034" cy="148517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050601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8F21D58-E3A9-AA12-5A61-CD2C57981E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115" y="1295107"/>
            <a:ext cx="7427537" cy="504716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09A6723-7066-59C4-B23D-7AD4E398AFB0}"/>
              </a:ext>
            </a:extLst>
          </p:cNvPr>
          <p:cNvSpPr txBox="1"/>
          <p:nvPr/>
        </p:nvSpPr>
        <p:spPr>
          <a:xfrm>
            <a:off x="330115" y="609601"/>
            <a:ext cx="53585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7. Koopman-Based LQR Controller</a:t>
            </a:r>
          </a:p>
        </p:txBody>
      </p:sp>
    </p:spTree>
    <p:extLst>
      <p:ext uri="{BB962C8B-B14F-4D97-AF65-F5344CB8AC3E}">
        <p14:creationId xmlns:p14="http://schemas.microsoft.com/office/powerpoint/2010/main" val="30278764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54FEC04-0149-8804-6460-2FDF37DED3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477" y="1310989"/>
            <a:ext cx="9891009" cy="483908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15AF6AE-BBBC-DCD8-79A2-9B1F1E215289}"/>
              </a:ext>
            </a:extLst>
          </p:cNvPr>
          <p:cNvSpPr txBox="1"/>
          <p:nvPr/>
        </p:nvSpPr>
        <p:spPr>
          <a:xfrm>
            <a:off x="314632" y="707922"/>
            <a:ext cx="71677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8. </a:t>
            </a:r>
            <a:r>
              <a:rPr lang="en-IN" sz="2400" b="1" dirty="0" err="1">
                <a:solidFill>
                  <a:schemeClr val="accent2"/>
                </a:solidFill>
              </a:rPr>
              <a:t>Riccati</a:t>
            </a:r>
            <a:r>
              <a:rPr lang="en-IN" sz="2400" b="1" dirty="0">
                <a:solidFill>
                  <a:schemeClr val="accent2"/>
                </a:solidFill>
              </a:rPr>
              <a:t> Equation and Optimal Control Gain</a:t>
            </a:r>
          </a:p>
        </p:txBody>
      </p:sp>
    </p:spTree>
    <p:extLst>
      <p:ext uri="{BB962C8B-B14F-4D97-AF65-F5344CB8AC3E}">
        <p14:creationId xmlns:p14="http://schemas.microsoft.com/office/powerpoint/2010/main" val="11137821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62AD33D-F976-4095-D495-2C27245360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685" y="367808"/>
            <a:ext cx="5651657" cy="419837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4FB86EA-36CA-FD6F-16C4-BCC5B2C7CD61}"/>
              </a:ext>
            </a:extLst>
          </p:cNvPr>
          <p:cNvSpPr txBox="1"/>
          <p:nvPr/>
        </p:nvSpPr>
        <p:spPr>
          <a:xfrm>
            <a:off x="152685" y="4566182"/>
            <a:ext cx="652861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One-step-ahead attitude prediction using the identified Koopman model on a held-out trajectory</a:t>
            </a:r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D2323F3-3972-E47C-41AC-66A3BB282664}"/>
              </a:ext>
            </a:extLst>
          </p:cNvPr>
          <p:cNvSpPr txBox="1"/>
          <p:nvPr/>
        </p:nvSpPr>
        <p:spPr>
          <a:xfrm>
            <a:off x="6096000" y="5934670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One-step-ahead prediction of the three body angular-velocity components using the learned Koopman model on a held-out trajectory.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328604D-7F81-0F39-4328-21306CC001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7660" y="1700979"/>
            <a:ext cx="5651656" cy="4198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98120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2097133-1666-CBE0-FA59-32F678C4D2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3250"/>
            <a:ext cx="6371635" cy="473321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7443394-586D-5138-28F0-B4FC9B596686}"/>
              </a:ext>
            </a:extLst>
          </p:cNvPr>
          <p:cNvSpPr txBox="1"/>
          <p:nvPr/>
        </p:nvSpPr>
        <p:spPr>
          <a:xfrm>
            <a:off x="560439" y="5163235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Attitude response of PID, Koopman-LQR, and Koopman-MPC controllers under a zero-attitude reference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114D06C-6909-4A59-540C-5908C86C16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3348" y="1524282"/>
            <a:ext cx="5768652" cy="428528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B85B07D-9526-4FED-9035-F9B6EED63292}"/>
              </a:ext>
            </a:extLst>
          </p:cNvPr>
          <p:cNvSpPr txBox="1"/>
          <p:nvPr/>
        </p:nvSpPr>
        <p:spPr>
          <a:xfrm>
            <a:off x="6656439" y="592483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Attitude velocity response of PID, Koopman-LQR, and Koopman-MPC controllers </a:t>
            </a:r>
          </a:p>
        </p:txBody>
      </p:sp>
    </p:spTree>
    <p:extLst>
      <p:ext uri="{BB962C8B-B14F-4D97-AF65-F5344CB8AC3E}">
        <p14:creationId xmlns:p14="http://schemas.microsoft.com/office/powerpoint/2010/main" val="20662094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AEBC2BB-B0D9-204A-7FF9-FD43745769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048" y="527324"/>
            <a:ext cx="6988466" cy="519143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938337B-69A4-E742-06BC-3AE0B229D169}"/>
              </a:ext>
            </a:extLst>
          </p:cNvPr>
          <p:cNvSpPr txBox="1"/>
          <p:nvPr/>
        </p:nvSpPr>
        <p:spPr>
          <a:xfrm>
            <a:off x="1689996" y="5753685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Comparison of attitude-control torque commands under PID, Koopman-LQR and Koopman-MPC controllers.</a:t>
            </a:r>
          </a:p>
        </p:txBody>
      </p:sp>
    </p:spTree>
    <p:extLst>
      <p:ext uri="{BB962C8B-B14F-4D97-AF65-F5344CB8AC3E}">
        <p14:creationId xmlns:p14="http://schemas.microsoft.com/office/powerpoint/2010/main" val="33942897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0B01125-0C9F-B85E-6139-9546207E3A7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949" r="23875" b="18096"/>
          <a:stretch>
            <a:fillRect/>
          </a:stretch>
        </p:blipFill>
        <p:spPr>
          <a:xfrm>
            <a:off x="1376516" y="97624"/>
            <a:ext cx="9212825" cy="6662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62009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74702E0-1F6E-03F6-C902-3C383E214D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78896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D467D3B-86C9-E721-C5C3-EC300DE9C5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623" y="757221"/>
            <a:ext cx="9143502" cy="502892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AF898EA-4D77-9D2B-C5D9-F842A9364B86}"/>
              </a:ext>
            </a:extLst>
          </p:cNvPr>
          <p:cNvSpPr txBox="1"/>
          <p:nvPr/>
        </p:nvSpPr>
        <p:spPr>
          <a:xfrm>
            <a:off x="2054942" y="5777613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/>
              <a:t>Multi-step open-loop prediction error comparison between linear </a:t>
            </a:r>
            <a:r>
              <a:rPr lang="en-IN" sz="2000" dirty="0" err="1"/>
              <a:t>DMDc</a:t>
            </a:r>
            <a:r>
              <a:rPr lang="en-IN" sz="2000" dirty="0"/>
              <a:t> and EDMD Koopman models</a:t>
            </a:r>
          </a:p>
        </p:txBody>
      </p:sp>
    </p:spTree>
    <p:extLst>
      <p:ext uri="{BB962C8B-B14F-4D97-AF65-F5344CB8AC3E}">
        <p14:creationId xmlns:p14="http://schemas.microsoft.com/office/powerpoint/2010/main" val="15789290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3D558E6-3924-1271-824F-D6AEEC040E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23"/>
            <a:ext cx="12192000" cy="6854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87682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205F43F-2959-D6B7-F598-BB372180D4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4463"/>
            <a:ext cx="6031058" cy="421308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C5A8758-AB1A-49DB-80E6-877455639911}"/>
              </a:ext>
            </a:extLst>
          </p:cNvPr>
          <p:cNvSpPr txBox="1"/>
          <p:nvPr/>
        </p:nvSpPr>
        <p:spPr>
          <a:xfrm>
            <a:off x="0" y="5078032"/>
            <a:ext cx="594359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/>
              <a:t>Roll, pitch, and yaw tracking responses of the evaluated controllers with and without disturbance-observer compensation under simulated external disturbances.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EA6082F-7369-E4CE-9DCE-4C28696EA6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1058" y="1264597"/>
            <a:ext cx="6159872" cy="357319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2CC2B65-03C3-173F-F98B-40CB97A1AF15}"/>
              </a:ext>
            </a:extLst>
          </p:cNvPr>
          <p:cNvSpPr txBox="1"/>
          <p:nvPr/>
        </p:nvSpPr>
        <p:spPr>
          <a:xfrm>
            <a:off x="5943599" y="5273208"/>
            <a:ext cx="612544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Comparison of attitude-tracking performance with and without disturbance-observer-based compensation for PID, Koopman-LQR, and Koopman-MPC controllers under simulated disturbances.</a:t>
            </a:r>
          </a:p>
        </p:txBody>
      </p:sp>
    </p:spTree>
    <p:extLst>
      <p:ext uri="{BB962C8B-B14F-4D97-AF65-F5344CB8AC3E}">
        <p14:creationId xmlns:p14="http://schemas.microsoft.com/office/powerpoint/2010/main" val="15128508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C9C8062-544C-2727-D7F4-4D61BBA91F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50702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E07C00D-A519-981F-B8E4-EE5EBA49E1D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273"/>
          <a:stretch>
            <a:fillRect/>
          </a:stretch>
        </p:blipFill>
        <p:spPr>
          <a:xfrm>
            <a:off x="103339" y="77932"/>
            <a:ext cx="6436575" cy="670213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BB38666-29D6-546F-F288-4F2E006C128E}"/>
              </a:ext>
            </a:extLst>
          </p:cNvPr>
          <p:cNvSpPr txBox="1"/>
          <p:nvPr/>
        </p:nvSpPr>
        <p:spPr>
          <a:xfrm>
            <a:off x="6629399" y="2690336"/>
            <a:ext cx="556260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Effect of measurement-noise levels on multi-step open-loop prediction, evaluated using normalized-state, attitude, and body-rate RMSE. Errors generally increase with prediction horizon and are higher under increased noise, particularly at shorter horizons.</a:t>
            </a:r>
          </a:p>
        </p:txBody>
      </p:sp>
    </p:spTree>
    <p:extLst>
      <p:ext uri="{BB962C8B-B14F-4D97-AF65-F5344CB8AC3E}">
        <p14:creationId xmlns:p14="http://schemas.microsoft.com/office/powerpoint/2010/main" val="13447461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6314992-4E7F-9E18-089A-AB3E43F6891D}"/>
              </a:ext>
            </a:extLst>
          </p:cNvPr>
          <p:cNvSpPr txBox="1"/>
          <p:nvPr/>
        </p:nvSpPr>
        <p:spPr>
          <a:xfrm rot="20953643">
            <a:off x="2644878" y="1995949"/>
            <a:ext cx="7541342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600" dirty="0">
                <a:solidFill>
                  <a:schemeClr val="tx2"/>
                </a:solidFill>
                <a:latin typeface="Freestyle Script" panose="030804020302050B0404" pitchFamily="66" charset="0"/>
              </a:rPr>
              <a:t>Thank you</a:t>
            </a:r>
            <a:endParaRPr lang="en-IN" sz="16600" dirty="0">
              <a:solidFill>
                <a:schemeClr val="tx2"/>
              </a:solidFill>
              <a:latin typeface="Freestyle Script" panose="030804020302050B04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5593575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65359"/>
      </a:accent1>
      <a:accent2>
        <a:srgbClr val="ED8428"/>
      </a:accent2>
      <a:accent3>
        <a:srgbClr val="E6C46D"/>
      </a:accent3>
      <a:accent4>
        <a:srgbClr val="969FA7"/>
      </a:accent4>
      <a:accent5>
        <a:srgbClr val="A9C37C"/>
      </a:accent5>
      <a:accent6>
        <a:srgbClr val="5A8071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5D8C9649-FBE1-4B5B-8258-8A170F9843A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TM03457464[[fn=Dividend]]</Template>
  <TotalTime>1610</TotalTime>
  <Words>524</Words>
  <Application>Microsoft Office PowerPoint</Application>
  <PresentationFormat>Widescreen</PresentationFormat>
  <Paragraphs>47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Century Gothic</vt:lpstr>
      <vt:lpstr>Copperplate Gothic Light</vt:lpstr>
      <vt:lpstr>Freestyle Script</vt:lpstr>
      <vt:lpstr>Gill Sans MT</vt:lpstr>
      <vt:lpstr>Wingdings</vt:lpstr>
      <vt:lpstr>Wingdings 2</vt:lpstr>
      <vt:lpstr>Dividend</vt:lpstr>
      <vt:lpstr>Data-Driven Attitude Modeling and Control of Quadrotor UAV’s using Koopman Operator</vt:lpstr>
      <vt:lpstr>PROBLem statement</vt:lpstr>
      <vt:lpstr>Objectives</vt:lpstr>
      <vt:lpstr>Methodology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AREPALLY CHARAN KUMAR REDDY</dc:creator>
  <cp:lastModifiedBy>AREPALLY CHARAN KUMAR REDDY</cp:lastModifiedBy>
  <cp:revision>3</cp:revision>
  <dcterms:created xsi:type="dcterms:W3CDTF">2026-08-18T11:46:30Z</dcterms:created>
  <dcterms:modified xsi:type="dcterms:W3CDTF">2026-10-24T07:44:18Z</dcterms:modified>
</cp:coreProperties>
</file>